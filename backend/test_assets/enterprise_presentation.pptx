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Highlight our multi-region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AstraForge Cloud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Enterprise cloud scalability verified across global regions</a:t>
            </a:r>
          </a:p>
          <a:p>
            <a:pPr lvl="1"/>
            <a:r>
              <a:t>High-availability containerized microservices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Security &amp; Compliance Audits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 Status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SOC-2 Type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Fully Verified &amp; Compliant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Enterprise SLA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infrastructure provides 99.95% verified uptime backed by public status dashboards.</a:t>
            </a:r>
          </a:p>
          <a:p>
            <a:r>
              <a:t>Backed by comprehensive SOC-2 Type II third-party audit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